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 AI — kişisel hafızalı spiritüel içgörü asistanı. Tarot, kahve falı, ilişki analizi ve natal haritayı tek bir kişisel profille birleştirir. Amaç: jenerik kehanet değil, sizi tanıyan yorumlar.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Hoşgeldin ekranı güven üzerine kurulu. İlk andan 'kesin kehanet değil' mesajını verir. Misafir akışı zorunlu değil, hesap olmadan da başlanabilir.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soruluk profil testi — belirsizliğe tepki, tekrar döngüsü ve rezonans stili. Bu yanıtlar Mystic Profile'a dönüşür ve tüm yorumların filtresi olur.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anı. Kullanıcı onboarding sonunda bir kimlikle çıkıyor: Sezgisel Gözlemci, Duygusal Analist veya Döngü Kırıcı. Bu kimlik Supabase'de hafızaya alınır.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ekran: kişiselleştirilmiş günlük enerji kartı, hızlı erişim grid'i ve geçmiş yorumlar. Her gün farklı bir insight — jenerik bir yorum değil, profil bağlamlı.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Tarot ekranı: dört açılım tipi, kart back mandala SVG, yorum detayında flip animasyonu. Her kart pozisyonu ayrı sembolik yük taşır.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Yorum detayı: tarot kartları çevrilir, ilişki analizinde enerji haritası gösterilir. 'Neye dayanıyor?' bloğu şeffaflık sağlar. Geri bildirim memory profile'ı günceller.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Yeni ekran: natal harita. Swiss Ephemeris ile Python microservice'ten gelen gerçek hesaplama, pure SVG çark olarak görselleştirilir. Element renklendirme ve gezegen konumları.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Yeni ekran: hafıza timeline'ı. Kullanıcı kendi anlarını kaydeder. Edge Function bu olayları sonraki yorumların prompt'una enjekte eder — bu Mirror AI'nın temel farkı.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Yeni ekran: krediler. Freemium model, şeffaf fiyatlandırma. RevenueCat entegrasyonu hazır ama henüz etkin değil. Premium hafıza ve natal derinliği açar.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Teknik altyapı: Expo + React Native, Supabase, Gemini 2.5 Flash Lite, Swiss Ephemeris. Mock-first mimari — tüm AI çağrıları provider abstraction arkasında, anahtarlar olmadan çalışır.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Sonraki adımlar: Supabase bağlantısı, Gemini entegrasyonu, RevenueCat ödeme, kahve vision modeli ve Swiss Ephemeris lisans kararı. Mirror AI açılışa hazır zemin üzerinde.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2026-04-27T08:22:01Z</dcterms:created>
  <dcterms:modified xsi:type="dcterms:W3CDTF">2026-04-27T08:22:01Z</dcterms:modified>
</cp:coreProperties>
</file>